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09B28-2E4F-F3F4-C32E-9FBD9EC71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46FFF9-A20D-9BB6-68AF-2F0F7E95E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FD8402-8E91-E045-953D-DB1DF411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F35868-EA73-8CFE-7DA4-45AA03F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133212-EFA0-4E56-A643-B193B50C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55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D6C75B-C37A-6F54-802E-89F43A1A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269A5B-E534-57BD-50BD-877AF5DF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E8A7C-A3DB-701E-4A3E-8549661A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00437-75F4-1415-F177-CB591566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2232-D801-6057-56AC-0FAD080E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16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722C0-91DB-D437-9271-988A302C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38F393-6870-0A08-27D0-D1EA41CD0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978CC4-67C1-A23B-089B-7B90864F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45836E-C679-810F-4C03-48BD23A4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A29EF6-6C3C-1766-457F-94AE18C4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84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A008F-CB43-FB14-1911-002C6EA3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87488-DF1A-3AB8-B4C0-88B0B538A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25FC41-2904-AAD2-81F7-FD48E9F1A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33B084-8342-AFFF-5B3D-1D38FE64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AD1B71-D414-78C1-38E7-9D5D9B0F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B9AA3B-531E-7BE4-3FB8-F9F11C7C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06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A7F53-59D0-F18C-2714-FCFD373C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CE73F7-E123-FD22-17FC-9522823E4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72399E-4E27-782E-1896-DD958021D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B14BAA-BC15-B0F4-1C49-B988A0944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1ABED39-940C-67F2-CD72-2C745A9BC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9BFC12-288C-6E6A-1F6F-48D85F68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95F807-5C1B-8046-A697-D03D567C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5A5F52-4AB7-45BD-0A70-997CD823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203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0E8AB-9064-9051-4017-09959C83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F16FA6-F8C0-C43E-5FEB-C4DE9C9C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B490C1-BDCE-0917-4261-892A7D51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B94746-7EEB-45B6-8393-0E9DBB21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61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ACB4BE9-E283-C01A-58C7-DDC734AD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B09BD9-DE40-3BAF-7950-186F7E75A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095C71-CE4A-EFAB-EABA-FC1F6BF5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89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71F29-D5D7-C5D4-F4D6-BF3979E3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E9B45C-C991-73AA-379D-79A3A61AF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0D0273-9BB3-ADD5-8F70-DC684A2BD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71C9BE-2998-FB6D-9ECC-8D01D842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2CD080-763D-D13C-E9C4-C9997703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A80AE6-D382-9D0B-8B08-6E5C3CA1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24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67663-909B-5988-D0B1-279DD459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3B8E82-B1F1-7048-6A3D-7B06C931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4B1705-24E5-DA24-8696-A3227C0AC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2C427-E4EC-A3D0-379D-D84ACD9B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620175-35B3-6F58-9407-C8C5085A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51686C-5BEC-1E14-AEA1-368B1EC6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0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22B35-D60F-1322-D5F7-51224E74B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B8B1C9-66E6-CF18-4DFD-B4A73329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3B5CA1-B8D3-A9B0-BA55-373966B1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9A5AD7-FAB3-E968-30E9-F709FC31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690419-0C7B-CC6D-A494-B6E99F13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73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8C3E62-D76F-C427-44C4-2218CE9F5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C84632-72C7-26F8-C5B3-C501FDEA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F5D9AA-D83C-31EB-7F17-73828D49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6CE29-D62B-C4B2-D344-0F869624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C64987-C34A-8BA3-786C-81FE1DE6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98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A19739-AB50-5D16-277F-D6BB8D76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56B54-E100-C14B-3EBE-D70B4D08C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C7EEA1-AB9B-3CC5-2BD4-C112E01BC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B5B3A-90DD-4431-AE3A-6FF2F362C5EA}" type="datetimeFigureOut">
              <a:rPr lang="de-DE" smtClean="0"/>
              <a:t>29.12.2025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311F4A-BA4B-AA68-41CE-FF55A250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104ABE-83ED-3198-462F-3E0E97789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202BB-202D-42CA-A5CA-9A68A254E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845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Elektronik enthält.&#10;&#10;KI-generierte Inhalte können fehlerhaft sein.">
            <a:extLst>
              <a:ext uri="{FF2B5EF4-FFF2-40B4-BE49-F238E27FC236}">
                <a16:creationId xmlns:a16="http://schemas.microsoft.com/office/drawing/2014/main" id="{E99D3E6D-A206-F443-9FA5-E1A3AC05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041" y="1111242"/>
            <a:ext cx="4643077" cy="3868023"/>
          </a:xfrm>
          <a:prstGeom prst="rect">
            <a:avLst/>
          </a:prstGeom>
        </p:spPr>
      </p:pic>
      <p:pic>
        <p:nvPicPr>
          <p:cNvPr id="7" name="Grafik 6" descr="Ein Bild, das Elektronik, Behälter enthält.&#10;&#10;KI-generierte Inhalte können fehlerhaft sein.">
            <a:extLst>
              <a:ext uri="{FF2B5EF4-FFF2-40B4-BE49-F238E27FC236}">
                <a16:creationId xmlns:a16="http://schemas.microsoft.com/office/drawing/2014/main" id="{1F982B6F-7383-B6D0-0644-66ED18CFF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30" y="1117481"/>
            <a:ext cx="4115011" cy="4007056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1AE4693-6260-8085-264F-949DCB535CCB}"/>
              </a:ext>
            </a:extLst>
          </p:cNvPr>
          <p:cNvCxnSpPr/>
          <p:nvPr/>
        </p:nvCxnSpPr>
        <p:spPr>
          <a:xfrm>
            <a:off x="1469030" y="4389120"/>
            <a:ext cx="1859386" cy="8321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1DBC966-6D96-F330-314D-F726688A4C70}"/>
              </a:ext>
            </a:extLst>
          </p:cNvPr>
          <p:cNvCxnSpPr>
            <a:cxnSpLocks/>
          </p:cNvCxnSpPr>
          <p:nvPr/>
        </p:nvCxnSpPr>
        <p:spPr>
          <a:xfrm flipH="1">
            <a:off x="3739896" y="2816352"/>
            <a:ext cx="1844145" cy="23081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2226773-3BD5-9935-23DB-340EC7B6E7EC}"/>
              </a:ext>
            </a:extLst>
          </p:cNvPr>
          <p:cNvCxnSpPr>
            <a:cxnSpLocks/>
          </p:cNvCxnSpPr>
          <p:nvPr/>
        </p:nvCxnSpPr>
        <p:spPr>
          <a:xfrm>
            <a:off x="1469030" y="3355848"/>
            <a:ext cx="0" cy="8081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A42B2EB8-A807-F80B-9468-F2297F91CB8D}"/>
              </a:ext>
            </a:extLst>
          </p:cNvPr>
          <p:cNvSpPr txBox="1"/>
          <p:nvPr/>
        </p:nvSpPr>
        <p:spPr>
          <a:xfrm>
            <a:off x="841248" y="357525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2A453CA-F654-E0BC-F67C-FD5423940150}"/>
              </a:ext>
            </a:extLst>
          </p:cNvPr>
          <p:cNvSpPr txBox="1"/>
          <p:nvPr/>
        </p:nvSpPr>
        <p:spPr>
          <a:xfrm>
            <a:off x="1781503" y="4668076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106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C2BEEC-DB1A-465F-F052-8A2F47507B79}"/>
              </a:ext>
            </a:extLst>
          </p:cNvPr>
          <p:cNvSpPr txBox="1"/>
          <p:nvPr/>
        </p:nvSpPr>
        <p:spPr>
          <a:xfrm>
            <a:off x="4661968" y="4019788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150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DEACDD7-0899-FA4D-E5BA-557BD8ED02EF}"/>
              </a:ext>
            </a:extLst>
          </p:cNvPr>
          <p:cNvCxnSpPr/>
          <p:nvPr/>
        </p:nvCxnSpPr>
        <p:spPr>
          <a:xfrm>
            <a:off x="1170432" y="1733463"/>
            <a:ext cx="1152144" cy="1387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1A8A66C-C594-DDE7-17F4-74C7C73EF24E}"/>
              </a:ext>
            </a:extLst>
          </p:cNvPr>
          <p:cNvCxnSpPr/>
          <p:nvPr/>
        </p:nvCxnSpPr>
        <p:spPr>
          <a:xfrm>
            <a:off x="1574632" y="1157110"/>
            <a:ext cx="1152144" cy="1387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9E63D20-2612-7D7E-2216-F1CEF19980B2}"/>
              </a:ext>
            </a:extLst>
          </p:cNvPr>
          <p:cNvCxnSpPr/>
          <p:nvPr/>
        </p:nvCxnSpPr>
        <p:spPr>
          <a:xfrm>
            <a:off x="2176272" y="751514"/>
            <a:ext cx="1152144" cy="1387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675FA1BE-B112-6315-7886-6B8A53BDCA7E}"/>
              </a:ext>
            </a:extLst>
          </p:cNvPr>
          <p:cNvSpPr txBox="1"/>
          <p:nvPr/>
        </p:nvSpPr>
        <p:spPr>
          <a:xfrm>
            <a:off x="1664208" y="356616"/>
            <a:ext cx="94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4x Poti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ACB8D7-DB71-74CB-AFE8-3C08D9F7A03E}"/>
              </a:ext>
            </a:extLst>
          </p:cNvPr>
          <p:cNvSpPr txBox="1"/>
          <p:nvPr/>
        </p:nvSpPr>
        <p:spPr>
          <a:xfrm>
            <a:off x="418651" y="836128"/>
            <a:ext cx="180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4x Wippschalter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B291E56-F0E2-C1FD-0B88-8C98160BA3FF}"/>
              </a:ext>
            </a:extLst>
          </p:cNvPr>
          <p:cNvSpPr txBox="1"/>
          <p:nvPr/>
        </p:nvSpPr>
        <p:spPr>
          <a:xfrm>
            <a:off x="108887" y="1412481"/>
            <a:ext cx="180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4x </a:t>
            </a:r>
            <a:r>
              <a:rPr lang="de-DE" dirty="0" err="1"/>
              <a:t>Wipptaster</a:t>
            </a:r>
            <a:endParaRPr lang="de-DE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53F9A17-2258-3C4E-289B-93F1E5CF8326}"/>
              </a:ext>
            </a:extLst>
          </p:cNvPr>
          <p:cNvCxnSpPr>
            <a:cxnSpLocks/>
          </p:cNvCxnSpPr>
          <p:nvPr/>
        </p:nvCxnSpPr>
        <p:spPr>
          <a:xfrm flipH="1">
            <a:off x="3930056" y="725948"/>
            <a:ext cx="376768" cy="1687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021A0CC0-FAD9-8819-C888-56FD92431A55}"/>
              </a:ext>
            </a:extLst>
          </p:cNvPr>
          <p:cNvSpPr txBox="1"/>
          <p:nvPr/>
        </p:nvSpPr>
        <p:spPr>
          <a:xfrm>
            <a:off x="2692561" y="42016"/>
            <a:ext cx="1802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Arduino Nano ESP32 mit Terminal Board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93790B52-4D8E-13DC-0929-86232B46C12B}"/>
              </a:ext>
            </a:extLst>
          </p:cNvPr>
          <p:cNvCxnSpPr>
            <a:cxnSpLocks/>
          </p:cNvCxnSpPr>
          <p:nvPr/>
        </p:nvCxnSpPr>
        <p:spPr>
          <a:xfrm flipV="1">
            <a:off x="5599281" y="3759339"/>
            <a:ext cx="1065118" cy="809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50B75EA-76A8-B4FE-B15B-A2F63DF4B535}"/>
              </a:ext>
            </a:extLst>
          </p:cNvPr>
          <p:cNvCxnSpPr>
            <a:cxnSpLocks/>
          </p:cNvCxnSpPr>
          <p:nvPr/>
        </p:nvCxnSpPr>
        <p:spPr>
          <a:xfrm flipH="1" flipV="1">
            <a:off x="7001361" y="4263422"/>
            <a:ext cx="313944" cy="102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BA39C0AB-4EEB-708D-B2CE-0E204C0DE8BC}"/>
              </a:ext>
            </a:extLst>
          </p:cNvPr>
          <p:cNvSpPr txBox="1"/>
          <p:nvPr/>
        </p:nvSpPr>
        <p:spPr>
          <a:xfrm>
            <a:off x="7454826" y="5055696"/>
            <a:ext cx="1802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D-Sub15: Versorgung über Frontpanel IO des UZ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CCAFE2B4-942A-94AE-D0CE-9EA0ADC73B2C}"/>
              </a:ext>
            </a:extLst>
          </p:cNvPr>
          <p:cNvSpPr txBox="1"/>
          <p:nvPr/>
        </p:nvSpPr>
        <p:spPr>
          <a:xfrm>
            <a:off x="4583848" y="4531235"/>
            <a:ext cx="1802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D-Sub9: </a:t>
            </a:r>
            <a:br>
              <a:rPr lang="de-DE" dirty="0"/>
            </a:br>
            <a:r>
              <a:rPr lang="de-DE" dirty="0"/>
              <a:t>CAN-Kommunikation mit dem UZ</a:t>
            </a:r>
          </a:p>
        </p:txBody>
      </p:sp>
    </p:spTree>
    <p:extLst>
      <p:ext uri="{BB962C8B-B14F-4D97-AF65-F5344CB8AC3E}">
        <p14:creationId xmlns:p14="http://schemas.microsoft.com/office/powerpoint/2010/main" val="3898367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Hoerner</dc:creator>
  <cp:lastModifiedBy>Michael Hoerner</cp:lastModifiedBy>
  <cp:revision>1</cp:revision>
  <dcterms:created xsi:type="dcterms:W3CDTF">2025-12-29T17:06:03Z</dcterms:created>
  <dcterms:modified xsi:type="dcterms:W3CDTF">2025-12-29T17:11:43Z</dcterms:modified>
</cp:coreProperties>
</file>